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Roboto" panose="02000000000000000000" pitchFamily="2" charset="0"/>
      <p:regular r:id="rId23"/>
    </p:embeddedFont>
    <p:embeddedFont>
      <p:font typeface="Roboto Bold" panose="02000000000000000000" charset="0"/>
      <p:regular r:id="rId24"/>
    </p:embeddedFont>
    <p:embeddedFont>
      <p:font typeface="Roboto Mono Medium" panose="00000009000000000000" pitchFamily="49" charset="0"/>
      <p:regular r:id="rId25"/>
      <p:italic r:id="rId2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stin alejandro" userId="d27cf09b7236aff0" providerId="LiveId" clId="{CA9706B0-1D49-4E9F-BC0F-E1C22B97B170}"/>
    <pc:docChg chg="undo custSel addSld delSld modSld sldOrd">
      <pc:chgData name="justin alejandro" userId="d27cf09b7236aff0" providerId="LiveId" clId="{CA9706B0-1D49-4E9F-BC0F-E1C22B97B170}" dt="2026-10-14T14:24:27.181" v="572" actId="1076"/>
      <pc:docMkLst>
        <pc:docMk/>
      </pc:docMkLst>
      <pc:sldChg chg="delSp modSp del mod">
        <pc:chgData name="justin alejandro" userId="d27cf09b7236aff0" providerId="LiveId" clId="{CA9706B0-1D49-4E9F-BC0F-E1C22B97B170}" dt="2026-10-13T21:00:39.540" v="138" actId="47"/>
        <pc:sldMkLst>
          <pc:docMk/>
          <pc:sldMk cId="0" sldId="256"/>
        </pc:sldMkLst>
        <pc:spChg chg="del mod">
          <ac:chgData name="justin alejandro" userId="d27cf09b7236aff0" providerId="LiveId" clId="{CA9706B0-1D49-4E9F-BC0F-E1C22B97B170}" dt="2026-10-13T21:00:28.922" v="135" actId="478"/>
          <ac:spMkLst>
            <pc:docMk/>
            <pc:sldMk cId="0" sldId="256"/>
            <ac:spMk id="4" creationId="{00000000-0000-0000-0000-000000000000}"/>
          </ac:spMkLst>
        </pc:spChg>
      </pc:sldChg>
      <pc:sldChg chg="addSp delSp modSp mod">
        <pc:chgData name="justin alejandro" userId="d27cf09b7236aff0" providerId="LiveId" clId="{CA9706B0-1D49-4E9F-BC0F-E1C22B97B170}" dt="2026-10-14T14:05:42.700" v="283" actId="1076"/>
        <pc:sldMkLst>
          <pc:docMk/>
          <pc:sldMk cId="0" sldId="259"/>
        </pc:sldMkLst>
        <pc:spChg chg="mod">
          <ac:chgData name="justin alejandro" userId="d27cf09b7236aff0" providerId="LiveId" clId="{CA9706B0-1D49-4E9F-BC0F-E1C22B97B170}" dt="2026-10-14T13:58:54.820" v="234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3:59:00.500" v="236" actId="1076"/>
          <ac:spMkLst>
            <pc:docMk/>
            <pc:sldMk cId="0" sldId="259"/>
            <ac:spMk id="4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4:05:32.531" v="280" actId="27636"/>
          <ac:spMkLst>
            <pc:docMk/>
            <pc:sldMk cId="0" sldId="259"/>
            <ac:spMk id="5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4:05:38.947" v="281" actId="1076"/>
          <ac:spMkLst>
            <pc:docMk/>
            <pc:sldMk cId="0" sldId="259"/>
            <ac:spMk id="6" creationId="{00000000-0000-0000-0000-000000000000}"/>
          </ac:spMkLst>
        </pc:spChg>
        <pc:spChg chg="add del mod">
          <ac:chgData name="justin alejandro" userId="d27cf09b7236aff0" providerId="LiveId" clId="{CA9706B0-1D49-4E9F-BC0F-E1C22B97B170}" dt="2026-10-14T13:58:49.693" v="232" actId="478"/>
          <ac:spMkLst>
            <pc:docMk/>
            <pc:sldMk cId="0" sldId="259"/>
            <ac:spMk id="7" creationId="{00000000-0000-0000-0000-000000000000}"/>
          </ac:spMkLst>
        </pc:spChg>
        <pc:spChg chg="add">
          <ac:chgData name="justin alejandro" userId="d27cf09b7236aff0" providerId="LiveId" clId="{CA9706B0-1D49-4E9F-BC0F-E1C22B97B170}" dt="2026-10-14T13:56:34.271" v="197"/>
          <ac:spMkLst>
            <pc:docMk/>
            <pc:sldMk cId="0" sldId="259"/>
            <ac:spMk id="8" creationId="{BACF551C-DE37-88E4-6509-A8501A461661}"/>
          </ac:spMkLst>
        </pc:spChg>
        <pc:spChg chg="add">
          <ac:chgData name="justin alejandro" userId="d27cf09b7236aff0" providerId="LiveId" clId="{CA9706B0-1D49-4E9F-BC0F-E1C22B97B170}" dt="2026-10-14T13:56:40.259" v="198"/>
          <ac:spMkLst>
            <pc:docMk/>
            <pc:sldMk cId="0" sldId="259"/>
            <ac:spMk id="9" creationId="{13E4ED3A-999D-3D01-2308-0DFEA3A50498}"/>
          </ac:spMkLst>
        </pc:spChg>
        <pc:spChg chg="add">
          <ac:chgData name="justin alejandro" userId="d27cf09b7236aff0" providerId="LiveId" clId="{CA9706B0-1D49-4E9F-BC0F-E1C22B97B170}" dt="2026-10-14T13:56:50.858" v="199"/>
          <ac:spMkLst>
            <pc:docMk/>
            <pc:sldMk cId="0" sldId="259"/>
            <ac:spMk id="10" creationId="{D52D6138-1FAE-2E1A-AE2E-58A49866FA52}"/>
          </ac:spMkLst>
        </pc:spChg>
        <pc:spChg chg="add">
          <ac:chgData name="justin alejandro" userId="d27cf09b7236aff0" providerId="LiveId" clId="{CA9706B0-1D49-4E9F-BC0F-E1C22B97B170}" dt="2026-10-14T13:57:01.428" v="200"/>
          <ac:spMkLst>
            <pc:docMk/>
            <pc:sldMk cId="0" sldId="259"/>
            <ac:spMk id="11" creationId="{FBAC450F-1C52-0C72-ADB7-3ACB9B5AD43C}"/>
          </ac:spMkLst>
        </pc:spChg>
        <pc:spChg chg="add">
          <ac:chgData name="justin alejandro" userId="d27cf09b7236aff0" providerId="LiveId" clId="{CA9706B0-1D49-4E9F-BC0F-E1C22B97B170}" dt="2026-10-14T13:57:22.029" v="208"/>
          <ac:spMkLst>
            <pc:docMk/>
            <pc:sldMk cId="0" sldId="259"/>
            <ac:spMk id="12" creationId="{B1061589-2FFE-3A84-F1E0-4EC4E035207B}"/>
          </ac:spMkLst>
        </pc:spChg>
        <pc:spChg chg="add del mod">
          <ac:chgData name="justin alejandro" userId="d27cf09b7236aff0" providerId="LiveId" clId="{CA9706B0-1D49-4E9F-BC0F-E1C22B97B170}" dt="2026-10-14T13:57:52.684" v="215" actId="47"/>
          <ac:spMkLst>
            <pc:docMk/>
            <pc:sldMk cId="0" sldId="259"/>
            <ac:spMk id="13" creationId="{A445D5FA-D691-52E7-CF7B-05A3D22E8931}"/>
          </ac:spMkLst>
        </pc:spChg>
        <pc:spChg chg="add">
          <ac:chgData name="justin alejandro" userId="d27cf09b7236aff0" providerId="LiveId" clId="{CA9706B0-1D49-4E9F-BC0F-E1C22B97B170}" dt="2026-10-14T13:57:43.335" v="212"/>
          <ac:spMkLst>
            <pc:docMk/>
            <pc:sldMk cId="0" sldId="259"/>
            <ac:spMk id="14" creationId="{87481B2D-C18C-FBD5-2DF5-5C37EB4A082D}"/>
          </ac:spMkLst>
        </pc:spChg>
        <pc:spChg chg="add mod">
          <ac:chgData name="justin alejandro" userId="d27cf09b7236aff0" providerId="LiveId" clId="{CA9706B0-1D49-4E9F-BC0F-E1C22B97B170}" dt="2026-10-14T14:05:41.601" v="282" actId="1076"/>
          <ac:spMkLst>
            <pc:docMk/>
            <pc:sldMk cId="0" sldId="259"/>
            <ac:spMk id="15" creationId="{5DEB8B1C-70EB-2DE3-153A-B295DBEBEC7D}"/>
          </ac:spMkLst>
        </pc:spChg>
        <pc:picChg chg="mod">
          <ac:chgData name="justin alejandro" userId="d27cf09b7236aff0" providerId="LiveId" clId="{CA9706B0-1D49-4E9F-BC0F-E1C22B97B170}" dt="2026-10-14T14:05:42.700" v="283" actId="1076"/>
          <ac:picMkLst>
            <pc:docMk/>
            <pc:sldMk cId="0" sldId="259"/>
            <ac:picMk id="3" creationId="{00000000-0000-0000-0000-000000000000}"/>
          </ac:picMkLst>
        </pc:picChg>
      </pc:sldChg>
      <pc:sldChg chg="addSp delSp modSp mod">
        <pc:chgData name="justin alejandro" userId="d27cf09b7236aff0" providerId="LiveId" clId="{CA9706B0-1D49-4E9F-BC0F-E1C22B97B170}" dt="2026-10-14T14:10:19.162" v="308" actId="207"/>
        <pc:sldMkLst>
          <pc:docMk/>
          <pc:sldMk cId="0" sldId="261"/>
        </pc:sldMkLst>
        <pc:spChg chg="mod">
          <ac:chgData name="justin alejandro" userId="d27cf09b7236aff0" providerId="LiveId" clId="{CA9706B0-1D49-4E9F-BC0F-E1C22B97B170}" dt="2026-10-14T14:09:35.395" v="298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4:09:38.243" v="299" actId="1076"/>
          <ac:spMkLst>
            <pc:docMk/>
            <pc:sldMk cId="0" sldId="261"/>
            <ac:spMk id="10" creationId="{00000000-0000-0000-0000-000000000000}"/>
          </ac:spMkLst>
        </pc:spChg>
        <pc:spChg chg="del mod">
          <ac:chgData name="justin alejandro" userId="d27cf09b7236aff0" providerId="LiveId" clId="{CA9706B0-1D49-4E9F-BC0F-E1C22B97B170}" dt="2026-10-14T14:09:01.344" v="290" actId="478"/>
          <ac:spMkLst>
            <pc:docMk/>
            <pc:sldMk cId="0" sldId="261"/>
            <ac:spMk id="11" creationId="{00000000-0000-0000-0000-000000000000}"/>
          </ac:spMkLst>
        </pc:spChg>
        <pc:spChg chg="add">
          <ac:chgData name="justin alejandro" userId="d27cf09b7236aff0" providerId="LiveId" clId="{CA9706B0-1D49-4E9F-BC0F-E1C22B97B170}" dt="2026-10-14T14:08:26.355" v="284"/>
          <ac:spMkLst>
            <pc:docMk/>
            <pc:sldMk cId="0" sldId="261"/>
            <ac:spMk id="12" creationId="{2BDC2FEA-8C20-6368-4730-A5562D3C196E}"/>
          </ac:spMkLst>
        </pc:spChg>
        <pc:spChg chg="add mod">
          <ac:chgData name="justin alejandro" userId="d27cf09b7236aff0" providerId="LiveId" clId="{CA9706B0-1D49-4E9F-BC0F-E1C22B97B170}" dt="2026-10-14T14:10:19.162" v="308" actId="207"/>
          <ac:spMkLst>
            <pc:docMk/>
            <pc:sldMk cId="0" sldId="261"/>
            <ac:spMk id="13" creationId="{06E00596-42EC-5395-5F5E-1A07B485A2B9}"/>
          </ac:spMkLst>
        </pc:spChg>
        <pc:picChg chg="mod">
          <ac:chgData name="justin alejandro" userId="d27cf09b7236aff0" providerId="LiveId" clId="{CA9706B0-1D49-4E9F-BC0F-E1C22B97B170}" dt="2026-10-14T14:10:06.850" v="306" actId="14100"/>
          <ac:picMkLst>
            <pc:docMk/>
            <pc:sldMk cId="0" sldId="261"/>
            <ac:picMk id="8" creationId="{00000000-0000-0000-0000-000000000000}"/>
          </ac:picMkLst>
        </pc:picChg>
      </pc:sldChg>
      <pc:sldChg chg="modSp mod">
        <pc:chgData name="justin alejandro" userId="d27cf09b7236aff0" providerId="LiveId" clId="{CA9706B0-1D49-4E9F-BC0F-E1C22B97B170}" dt="2026-10-14T14:11:17.070" v="317" actId="20577"/>
        <pc:sldMkLst>
          <pc:docMk/>
          <pc:sldMk cId="0" sldId="263"/>
        </pc:sldMkLst>
        <pc:spChg chg="mod">
          <ac:chgData name="justin alejandro" userId="d27cf09b7236aff0" providerId="LiveId" clId="{CA9706B0-1D49-4E9F-BC0F-E1C22B97B170}" dt="2026-10-14T14:11:17.070" v="317" actId="20577"/>
          <ac:spMkLst>
            <pc:docMk/>
            <pc:sldMk cId="0" sldId="263"/>
            <ac:spMk id="10" creationId="{00000000-0000-0000-0000-000000000000}"/>
          </ac:spMkLst>
        </pc:spChg>
      </pc:sldChg>
      <pc:sldChg chg="addSp delSp modSp mod">
        <pc:chgData name="justin alejandro" userId="d27cf09b7236aff0" providerId="LiveId" clId="{CA9706B0-1D49-4E9F-BC0F-E1C22B97B170}" dt="2026-10-14T14:24:27.181" v="572" actId="1076"/>
        <pc:sldMkLst>
          <pc:docMk/>
          <pc:sldMk cId="0" sldId="265"/>
        </pc:sldMkLst>
        <pc:spChg chg="del mod">
          <ac:chgData name="justin alejandro" userId="d27cf09b7236aff0" providerId="LiveId" clId="{CA9706B0-1D49-4E9F-BC0F-E1C22B97B170}" dt="2026-10-14T14:21:49.391" v="549" actId="478"/>
          <ac:spMkLst>
            <pc:docMk/>
            <pc:sldMk cId="0" sldId="265"/>
            <ac:spMk id="3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47.062" v="547" actId="478"/>
          <ac:spMkLst>
            <pc:docMk/>
            <pc:sldMk cId="0" sldId="265"/>
            <ac:spMk id="4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0.484" v="550" actId="478"/>
          <ac:spMkLst>
            <pc:docMk/>
            <pc:sldMk cId="0" sldId="265"/>
            <ac:spMk id="5" creationId="{00000000-0000-0000-0000-000000000000}"/>
          </ac:spMkLst>
        </pc:spChg>
        <pc:spChg chg="del mod">
          <ac:chgData name="justin alejandro" userId="d27cf09b7236aff0" providerId="LiveId" clId="{CA9706B0-1D49-4E9F-BC0F-E1C22B97B170}" dt="2026-10-14T14:22:01.082" v="562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1.745" v="551" actId="478"/>
          <ac:spMkLst>
            <pc:docMk/>
            <pc:sldMk cId="0" sldId="265"/>
            <ac:spMk id="8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2.889" v="552" actId="478"/>
          <ac:spMkLst>
            <pc:docMk/>
            <pc:sldMk cId="0" sldId="265"/>
            <ac:spMk id="9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8.641" v="560" actId="478"/>
          <ac:spMkLst>
            <pc:docMk/>
            <pc:sldMk cId="0" sldId="265"/>
            <ac:spMk id="11" creationId="{00000000-0000-0000-0000-000000000000}"/>
          </ac:spMkLst>
        </pc:spChg>
        <pc:spChg chg="del mod">
          <ac:chgData name="justin alejandro" userId="d27cf09b7236aff0" providerId="LiveId" clId="{CA9706B0-1D49-4E9F-BC0F-E1C22B97B170}" dt="2026-10-14T14:21:53.802" v="554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4.871" v="555" actId="478"/>
          <ac:spMkLst>
            <pc:docMk/>
            <pc:sldMk cId="0" sldId="265"/>
            <ac:spMk id="13" creationId="{00000000-0000-0000-0000-000000000000}"/>
          </ac:spMkLst>
        </pc:spChg>
        <pc:spChg chg="del mod">
          <ac:chgData name="justin alejandro" userId="d27cf09b7236aff0" providerId="LiveId" clId="{CA9706B0-1D49-4E9F-BC0F-E1C22B97B170}" dt="2026-10-14T14:21:57.917" v="559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6.945" v="557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1:55.981" v="556" actId="478"/>
          <ac:spMkLst>
            <pc:docMk/>
            <pc:sldMk cId="0" sldId="265"/>
            <ac:spMk id="17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2:01.945" v="563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justin alejandro" userId="d27cf09b7236aff0" providerId="LiveId" clId="{CA9706B0-1D49-4E9F-BC0F-E1C22B97B170}" dt="2026-10-14T14:22:03.138" v="564" actId="478"/>
          <ac:spMkLst>
            <pc:docMk/>
            <pc:sldMk cId="0" sldId="265"/>
            <ac:spMk id="19" creationId="{00000000-0000-0000-0000-000000000000}"/>
          </ac:spMkLst>
        </pc:spChg>
        <pc:picChg chg="del">
          <ac:chgData name="justin alejandro" userId="d27cf09b7236aff0" providerId="LiveId" clId="{CA9706B0-1D49-4E9F-BC0F-E1C22B97B170}" dt="2026-10-14T14:21:45.386" v="544" actId="478"/>
          <ac:picMkLst>
            <pc:docMk/>
            <pc:sldMk cId="0" sldId="265"/>
            <ac:picMk id="6" creationId="{00000000-0000-0000-0000-000000000000}"/>
          </ac:picMkLst>
        </pc:picChg>
        <pc:picChg chg="del">
          <ac:chgData name="justin alejandro" userId="d27cf09b7236aff0" providerId="LiveId" clId="{CA9706B0-1D49-4E9F-BC0F-E1C22B97B170}" dt="2026-10-14T14:21:46.189" v="545" actId="478"/>
          <ac:picMkLst>
            <pc:docMk/>
            <pc:sldMk cId="0" sldId="265"/>
            <ac:picMk id="10" creationId="{00000000-0000-0000-0000-000000000000}"/>
          </ac:picMkLst>
        </pc:picChg>
        <pc:picChg chg="del">
          <ac:chgData name="justin alejandro" userId="d27cf09b7236aff0" providerId="LiveId" clId="{CA9706B0-1D49-4E9F-BC0F-E1C22B97B170}" dt="2026-10-14T14:21:46.576" v="546" actId="478"/>
          <ac:picMkLst>
            <pc:docMk/>
            <pc:sldMk cId="0" sldId="265"/>
            <ac:picMk id="14" creationId="{00000000-0000-0000-0000-000000000000}"/>
          </ac:picMkLst>
        </pc:picChg>
        <pc:picChg chg="add mod modCrop">
          <ac:chgData name="justin alejandro" userId="d27cf09b7236aff0" providerId="LiveId" clId="{CA9706B0-1D49-4E9F-BC0F-E1C22B97B170}" dt="2026-10-14T14:24:27.181" v="572" actId="1076"/>
          <ac:picMkLst>
            <pc:docMk/>
            <pc:sldMk cId="0" sldId="265"/>
            <ac:picMk id="24" creationId="{F25C2AE7-994A-4749-8C22-855A250381EC}"/>
          </ac:picMkLst>
        </pc:picChg>
        <pc:picChg chg="add del">
          <ac:chgData name="justin alejandro" userId="d27cf09b7236aff0" providerId="LiveId" clId="{CA9706B0-1D49-4E9F-BC0F-E1C22B97B170}" dt="2026-10-14T14:24:23.294" v="571" actId="478"/>
          <ac:picMkLst>
            <pc:docMk/>
            <pc:sldMk cId="0" sldId="265"/>
            <ac:picMk id="26" creationId="{F150176B-3E7D-59C4-277E-30A2AB89E0CF}"/>
          </ac:picMkLst>
        </pc:picChg>
      </pc:sldChg>
      <pc:sldChg chg="modSp add mod">
        <pc:chgData name="justin alejandro" userId="d27cf09b7236aff0" providerId="LiveId" clId="{CA9706B0-1D49-4E9F-BC0F-E1C22B97B170}" dt="2026-10-13T21:11:54.342" v="196" actId="20577"/>
        <pc:sldMkLst>
          <pc:docMk/>
          <pc:sldMk cId="0" sldId="266"/>
        </pc:sldMkLst>
        <pc:spChg chg="mod">
          <ac:chgData name="justin alejandro" userId="d27cf09b7236aff0" providerId="LiveId" clId="{CA9706B0-1D49-4E9F-BC0F-E1C22B97B170}" dt="2026-10-13T21:11:54.342" v="196" actId="20577"/>
          <ac:spMkLst>
            <pc:docMk/>
            <pc:sldMk cId="0" sldId="266"/>
            <ac:spMk id="4" creationId="{00000000-0000-0000-0000-000000000000}"/>
          </ac:spMkLst>
        </pc:spChg>
      </pc:sldChg>
      <pc:sldChg chg="add">
        <pc:chgData name="justin alejandro" userId="d27cf09b7236aff0" providerId="LiveId" clId="{CA9706B0-1D49-4E9F-BC0F-E1C22B97B170}" dt="2026-10-13T20:50:09.508" v="74"/>
        <pc:sldMkLst>
          <pc:docMk/>
          <pc:sldMk cId="0" sldId="267"/>
        </pc:sldMkLst>
      </pc:sldChg>
      <pc:sldChg chg="add">
        <pc:chgData name="justin alejandro" userId="d27cf09b7236aff0" providerId="LiveId" clId="{CA9706B0-1D49-4E9F-BC0F-E1C22B97B170}" dt="2026-10-13T20:50:13.748" v="75"/>
        <pc:sldMkLst>
          <pc:docMk/>
          <pc:sldMk cId="0" sldId="268"/>
        </pc:sldMkLst>
      </pc:sldChg>
      <pc:sldChg chg="add">
        <pc:chgData name="justin alejandro" userId="d27cf09b7236aff0" providerId="LiveId" clId="{CA9706B0-1D49-4E9F-BC0F-E1C22B97B170}" dt="2026-10-13T20:50:18.913" v="76"/>
        <pc:sldMkLst>
          <pc:docMk/>
          <pc:sldMk cId="0" sldId="269"/>
        </pc:sldMkLst>
      </pc:sldChg>
      <pc:sldChg chg="add">
        <pc:chgData name="justin alejandro" userId="d27cf09b7236aff0" providerId="LiveId" clId="{CA9706B0-1D49-4E9F-BC0F-E1C22B97B170}" dt="2026-10-13T20:50:24.575" v="77"/>
        <pc:sldMkLst>
          <pc:docMk/>
          <pc:sldMk cId="0" sldId="270"/>
        </pc:sldMkLst>
      </pc:sldChg>
      <pc:sldChg chg="modSp add mod">
        <pc:chgData name="justin alejandro" userId="d27cf09b7236aff0" providerId="LiveId" clId="{CA9706B0-1D49-4E9F-BC0F-E1C22B97B170}" dt="2026-10-14T14:14:17.377" v="358" actId="20577"/>
        <pc:sldMkLst>
          <pc:docMk/>
          <pc:sldMk cId="0" sldId="271"/>
        </pc:sldMkLst>
        <pc:spChg chg="mod">
          <ac:chgData name="justin alejandro" userId="d27cf09b7236aff0" providerId="LiveId" clId="{CA9706B0-1D49-4E9F-BC0F-E1C22B97B170}" dt="2026-10-14T14:14:17.377" v="358" actId="20577"/>
          <ac:spMkLst>
            <pc:docMk/>
            <pc:sldMk cId="0" sldId="271"/>
            <ac:spMk id="4" creationId="{00000000-0000-0000-0000-000000000000}"/>
          </ac:spMkLst>
        </pc:spChg>
      </pc:sldChg>
      <pc:sldChg chg="modSp add mod">
        <pc:chgData name="justin alejandro" userId="d27cf09b7236aff0" providerId="LiveId" clId="{CA9706B0-1D49-4E9F-BC0F-E1C22B97B170}" dt="2026-10-14T14:15:17.362" v="469" actId="1076"/>
        <pc:sldMkLst>
          <pc:docMk/>
          <pc:sldMk cId="0" sldId="272"/>
        </pc:sldMkLst>
        <pc:spChg chg="mod">
          <ac:chgData name="justin alejandro" userId="d27cf09b7236aff0" providerId="LiveId" clId="{CA9706B0-1D49-4E9F-BC0F-E1C22B97B170}" dt="2026-10-14T14:15:14.104" v="468" actId="20577"/>
          <ac:spMkLst>
            <pc:docMk/>
            <pc:sldMk cId="0" sldId="272"/>
            <ac:spMk id="3" creationId="{00000000-0000-0000-0000-000000000000}"/>
          </ac:spMkLst>
        </pc:spChg>
        <pc:picChg chg="mod">
          <ac:chgData name="justin alejandro" userId="d27cf09b7236aff0" providerId="LiveId" clId="{CA9706B0-1D49-4E9F-BC0F-E1C22B97B170}" dt="2026-10-14T14:15:17.362" v="469" actId="1076"/>
          <ac:picMkLst>
            <pc:docMk/>
            <pc:sldMk cId="0" sldId="272"/>
            <ac:picMk id="5" creationId="{00000000-0000-0000-0000-000000000000}"/>
          </ac:picMkLst>
        </pc:picChg>
      </pc:sldChg>
      <pc:sldChg chg="modSp add mod">
        <pc:chgData name="justin alejandro" userId="d27cf09b7236aff0" providerId="LiveId" clId="{CA9706B0-1D49-4E9F-BC0F-E1C22B97B170}" dt="2026-10-14T14:16:23.470" v="542" actId="20577"/>
        <pc:sldMkLst>
          <pc:docMk/>
          <pc:sldMk cId="0" sldId="273"/>
        </pc:sldMkLst>
        <pc:spChg chg="mod">
          <ac:chgData name="justin alejandro" userId="d27cf09b7236aff0" providerId="LiveId" clId="{CA9706B0-1D49-4E9F-BC0F-E1C22B97B170}" dt="2026-10-14T14:15:48.308" v="502" actId="20577"/>
          <ac:spMkLst>
            <pc:docMk/>
            <pc:sldMk cId="0" sldId="273"/>
            <ac:spMk id="7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4:16:04.831" v="508" actId="20577"/>
          <ac:spMkLst>
            <pc:docMk/>
            <pc:sldMk cId="0" sldId="273"/>
            <ac:spMk id="11" creationId="{00000000-0000-0000-0000-000000000000}"/>
          </ac:spMkLst>
        </pc:spChg>
        <pc:spChg chg="mod">
          <ac:chgData name="justin alejandro" userId="d27cf09b7236aff0" providerId="LiveId" clId="{CA9706B0-1D49-4E9F-BC0F-E1C22B97B170}" dt="2026-10-14T14:16:23.470" v="542" actId="20577"/>
          <ac:spMkLst>
            <pc:docMk/>
            <pc:sldMk cId="0" sldId="273"/>
            <ac:spMk id="15" creationId="{00000000-0000-0000-0000-000000000000}"/>
          </ac:spMkLst>
        </pc:spChg>
      </pc:sldChg>
      <pc:sldChg chg="add">
        <pc:chgData name="justin alejandro" userId="d27cf09b7236aff0" providerId="LiveId" clId="{CA9706B0-1D49-4E9F-BC0F-E1C22B97B170}" dt="2026-10-13T20:50:48.268" v="81"/>
        <pc:sldMkLst>
          <pc:docMk/>
          <pc:sldMk cId="0" sldId="274"/>
        </pc:sldMkLst>
      </pc:sldChg>
      <pc:sldChg chg="add">
        <pc:chgData name="justin alejandro" userId="d27cf09b7236aff0" providerId="LiveId" clId="{CA9706B0-1D49-4E9F-BC0F-E1C22B97B170}" dt="2026-10-13T20:50:52.074" v="82"/>
        <pc:sldMkLst>
          <pc:docMk/>
          <pc:sldMk cId="0" sldId="275"/>
        </pc:sldMkLst>
      </pc:sldChg>
      <pc:sldChg chg="addSp delSp modSp add del mod">
        <pc:chgData name="justin alejandro" userId="d27cf09b7236aff0" providerId="LiveId" clId="{CA9706B0-1D49-4E9F-BC0F-E1C22B97B170}" dt="2026-10-13T21:06:32.120" v="192" actId="1076"/>
        <pc:sldMkLst>
          <pc:docMk/>
          <pc:sldMk cId="417312551" sldId="276"/>
        </pc:sldMkLst>
        <pc:spChg chg="mod">
          <ac:chgData name="justin alejandro" userId="d27cf09b7236aff0" providerId="LiveId" clId="{CA9706B0-1D49-4E9F-BC0F-E1C22B97B170}" dt="2026-10-13T21:02:24.570" v="177" actId="1076"/>
          <ac:spMkLst>
            <pc:docMk/>
            <pc:sldMk cId="417312551" sldId="276"/>
            <ac:spMk id="2" creationId="{5061EC0F-07C7-1E84-4A6F-FEECDBBE8F71}"/>
          </ac:spMkLst>
        </pc:spChg>
        <pc:spChg chg="add mod">
          <ac:chgData name="justin alejandro" userId="d27cf09b7236aff0" providerId="LiveId" clId="{CA9706B0-1D49-4E9F-BC0F-E1C22B97B170}" dt="2026-10-13T21:06:32.120" v="192" actId="1076"/>
          <ac:spMkLst>
            <pc:docMk/>
            <pc:sldMk cId="417312551" sldId="276"/>
            <ac:spMk id="3" creationId="{78A5F419-1F2F-9EDC-B9A0-79AF0A99FD90}"/>
          </ac:spMkLst>
        </pc:spChg>
        <pc:spChg chg="del mod">
          <ac:chgData name="justin alejandro" userId="d27cf09b7236aff0" providerId="LiveId" clId="{CA9706B0-1D49-4E9F-BC0F-E1C22B97B170}" dt="2026-10-13T21:00:51.098" v="139" actId="478"/>
          <ac:spMkLst>
            <pc:docMk/>
            <pc:sldMk cId="417312551" sldId="276"/>
            <ac:spMk id="8" creationId="{ECDA4AB4-C823-4BF9-A30D-E6D3030876DC}"/>
          </ac:spMkLst>
        </pc:spChg>
        <pc:picChg chg="add mod modCrop">
          <ac:chgData name="justin alejandro" userId="d27cf09b7236aff0" providerId="LiveId" clId="{CA9706B0-1D49-4E9F-BC0F-E1C22B97B170}" dt="2026-10-13T21:06:28.564" v="191" actId="1076"/>
          <ac:picMkLst>
            <pc:docMk/>
            <pc:sldMk cId="417312551" sldId="276"/>
            <ac:picMk id="5" creationId="{82447F93-EA7B-EBD8-4C5E-9A156082228A}"/>
          </ac:picMkLst>
        </pc:picChg>
      </pc:sldChg>
      <pc:sldChg chg="addSp modSp new del ord">
        <pc:chgData name="justin alejandro" userId="d27cf09b7236aff0" providerId="LiveId" clId="{CA9706B0-1D49-4E9F-BC0F-E1C22B97B170}" dt="2026-10-14T14:16:32.581" v="543" actId="47"/>
        <pc:sldMkLst>
          <pc:docMk/>
          <pc:sldMk cId="76903725" sldId="277"/>
        </pc:sldMkLst>
        <pc:spChg chg="add mod">
          <ac:chgData name="justin alejandro" userId="d27cf09b7236aff0" providerId="LiveId" clId="{CA9706B0-1D49-4E9F-BC0F-E1C22B97B170}" dt="2026-10-14T13:58:29.554" v="227" actId="14100"/>
          <ac:spMkLst>
            <pc:docMk/>
            <pc:sldMk cId="76903725" sldId="277"/>
            <ac:spMk id="2" creationId="{6D9850A4-3F11-83CB-1241-F62C4203DB83}"/>
          </ac:spMkLst>
        </pc:spChg>
        <pc:spChg chg="add mod">
          <ac:chgData name="justin alejandro" userId="d27cf09b7236aff0" providerId="LiveId" clId="{CA9706B0-1D49-4E9F-BC0F-E1C22B97B170}" dt="2026-10-14T14:08:53.170" v="287" actId="1076"/>
          <ac:spMkLst>
            <pc:docMk/>
            <pc:sldMk cId="76903725" sldId="277"/>
            <ac:spMk id="3" creationId="{AF239B4E-F51C-B9C9-DBA9-37C377726548}"/>
          </ac:spMkLst>
        </pc:spChg>
      </pc:sldChg>
      <pc:sldMasterChg chg="delSldLayout">
        <pc:chgData name="justin alejandro" userId="d27cf09b7236aff0" providerId="LiveId" clId="{CA9706B0-1D49-4E9F-BC0F-E1C22B97B170}" dt="2026-10-13T21:00:30.150" v="136" actId="47"/>
        <pc:sldMasterMkLst>
          <pc:docMk/>
          <pc:sldMasterMk cId="0" sldId="2147483648"/>
        </pc:sldMasterMkLst>
        <pc:sldLayoutChg chg="del">
          <pc:chgData name="justin alejandro" userId="d27cf09b7236aff0" providerId="LiveId" clId="{CA9706B0-1D49-4E9F-BC0F-E1C22B97B170}" dt="2026-10-13T21:00:30.150" v="136" actId="47"/>
          <pc:sldLayoutMkLst>
            <pc:docMk/>
            <pc:sldMasterMk cId="0" sldId="2147483648"/>
            <pc:sldLayoutMk cId="4019527776" sldId="21474836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4747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2121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CF590D84-79D3-4C28-8272-EDD8FDDBF9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5240"/>
            <a:ext cx="12192000" cy="6827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913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jpe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00/" TargetMode="External"/><Relationship Id="rId7" Type="http://schemas.openxmlformats.org/officeDocument/2006/relationships/image" Target="../media/image3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hyperlink" Target="https://github.com/JustinAlejito23/Proyecto_Calidad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sv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>
            <a:extLst>
              <a:ext uri="{FF2B5EF4-FFF2-40B4-BE49-F238E27FC236}">
                <a16:creationId xmlns:a16="http://schemas.microsoft.com/office/drawing/2014/main" id="{5061EC0F-07C7-1E84-4A6F-FEECDBBE8F71}"/>
              </a:ext>
            </a:extLst>
          </p:cNvPr>
          <p:cNvSpPr/>
          <p:nvPr/>
        </p:nvSpPr>
        <p:spPr>
          <a:xfrm>
            <a:off x="7018383" y="4602795"/>
            <a:ext cx="4690845" cy="1998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  <a:t>Desarrollo de Software </a:t>
            </a:r>
            <a:b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  <a:t>Materia: Calidad de Software</a:t>
            </a:r>
            <a:endParaRPr lang="en-US" sz="20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  <a:t>Integrante: Justin Guaman -- Luis Tarabata  </a:t>
            </a:r>
            <a:b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</a:br>
            <a: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  <a:t>Docente: Eldis Nicolalde</a:t>
            </a:r>
          </a:p>
          <a:p>
            <a:pPr marL="0" indent="0" algn="l">
              <a:lnSpc>
                <a:spcPct val="133000"/>
              </a:lnSpc>
              <a:buNone/>
            </a:pPr>
            <a:r>
              <a:rPr lang="en-US" sz="2000" kern="100" spc="-15" dirty="0">
                <a:latin typeface="Roboto" pitchFamily="34" charset="0"/>
                <a:ea typeface="Roboto" pitchFamily="34" charset="-122"/>
                <a:cs typeface="Roboto" pitchFamily="34" charset="-120"/>
              </a:rPr>
              <a:t>Fecha: Octubre 2026</a:t>
            </a:r>
            <a:endParaRPr lang="en-US" sz="2000" dirty="0"/>
          </a:p>
        </p:txBody>
      </p:sp>
      <p:sp>
        <p:nvSpPr>
          <p:cNvPr id="3" name="Título 7">
            <a:extLst>
              <a:ext uri="{FF2B5EF4-FFF2-40B4-BE49-F238E27FC236}">
                <a16:creationId xmlns:a16="http://schemas.microsoft.com/office/drawing/2014/main" id="{78A5F419-1F2F-9EDC-B9A0-79AF0A99FD90}"/>
              </a:ext>
            </a:extLst>
          </p:cNvPr>
          <p:cNvSpPr txBox="1">
            <a:spLocks/>
          </p:cNvSpPr>
          <p:nvPr/>
        </p:nvSpPr>
        <p:spPr>
          <a:xfrm>
            <a:off x="6894840" y="1544981"/>
            <a:ext cx="4937929" cy="1420446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MX" dirty="0"/>
              <a:t>MiniStore</a:t>
            </a:r>
            <a:br>
              <a:rPr lang="es-MX" dirty="0"/>
            </a:br>
            <a:endParaRPr lang="es-EC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2447F93-EA7B-EBD8-4C5E-9A156082228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99" t="6922" r="11252" b="35371"/>
          <a:stretch>
            <a:fillRect/>
          </a:stretch>
        </p:blipFill>
        <p:spPr>
          <a:xfrm>
            <a:off x="6787501" y="2799956"/>
            <a:ext cx="5045270" cy="1258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2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601852"/>
            <a:ext cx="6296860" cy="930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100" spc="-8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¿Qué es la norma ISO/IEC 25010?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33360" y="1780282"/>
            <a:ext cx="6296860" cy="1181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ISO/IEC 25010 (familia SQuaRE) define un modelo sistemático para evaluar la calidad del producto software. Organiza la calidad en ocho características medibles, permitiendo transformar juicios subjetivos en métricas objetivas y reproducibles para auditorías técnicas.</a:t>
            </a:r>
            <a:endParaRPr lang="en-US" sz="14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167360"/>
            <a:ext cx="465126" cy="46513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27378" y="3167360"/>
            <a:ext cx="56028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-5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Adecuación Funcional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5927378" y="3567906"/>
            <a:ext cx="56028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Entrega de capacidades solicitadas y corrección en resultados.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229497"/>
            <a:ext cx="465126" cy="46513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927378" y="4229497"/>
            <a:ext cx="56028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-5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Eficiencia de Desempeño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5927378" y="4630043"/>
            <a:ext cx="56028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Tiempos de respuesta y consumo de recursos bajo condiciones reales.</a:t>
            </a:r>
            <a:endParaRPr lang="en-US" sz="14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233360" y="5586909"/>
            <a:ext cx="465126" cy="46513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927378" y="5586909"/>
            <a:ext cx="560284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kern="100" spc="-55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Seguridad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5927378" y="5987455"/>
            <a:ext cx="56028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Mecanismos de autenticación, cifrado y gestión de accesos.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49020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¿Por qué evaluar MiniStore con ISO/IEC 25010?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661475" y="184953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estándar sirve como referencia para auditorías técnicas y certificación de calidad. En MiniStore la evaluación buscó: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667000"/>
            <a:ext cx="3053877" cy="1989237"/>
          </a:xfrm>
          <a:prstGeom prst="roundRect">
            <a:avLst>
              <a:gd name="adj" fmla="val 1425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850482" y="2856012"/>
            <a:ext cx="26758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Integridad Transaccional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559969"/>
            <a:ext cx="26758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Comprobar flujos de venta, aplicación de IVA 15% y control de inventario sin discrepancias.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667000"/>
            <a:ext cx="3053976" cy="1989237"/>
          </a:xfrm>
          <a:prstGeom prst="roundRect">
            <a:avLst>
              <a:gd name="adj" fmla="val 1425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4093366" y="2856012"/>
            <a:ext cx="267596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Fortaleza de Seguridad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3366" y="3559969"/>
            <a:ext cx="267596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Validar hashing Bcrypt, JWT/HS256 y política de claves de 6 dígitos.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845248"/>
            <a:ext cx="6296860" cy="1391543"/>
          </a:xfrm>
          <a:prstGeom prst="roundRect">
            <a:avLst>
              <a:gd name="adj" fmla="val 2038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850482" y="5034260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Reporte y Compliance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0482" y="5442942"/>
            <a:ext cx="59188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Garantizar descarga de comprobantes PDF y precisión en la generación de reportes.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78173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Descripción técnica de MiniStore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67816"/>
            <a:ext cx="4520125" cy="256145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98383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Arquitectura y persistencia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842000" y="1459936"/>
            <a:ext cx="5892800" cy="2225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s-MX" sz="1400" dirty="0">
                <a:solidFill>
                  <a:schemeClr val="bg1"/>
                </a:solidFill>
              </a:rPr>
              <a:t>MiniStore es una aplicación web transaccional de comercio electrónico desarrollada bajo una arquitectura cliente-servidor desacoplada que integra un </a:t>
            </a:r>
            <a:r>
              <a:rPr lang="es-MX" sz="1400" dirty="0" err="1">
                <a:solidFill>
                  <a:schemeClr val="bg1"/>
                </a:solidFill>
              </a:rPr>
              <a:t>frontend</a:t>
            </a:r>
            <a:r>
              <a:rPr lang="es-MX" sz="1400" dirty="0">
                <a:solidFill>
                  <a:schemeClr val="bg1"/>
                </a:solidFill>
              </a:rPr>
              <a:t> en HTML5, JavaScript y </a:t>
            </a:r>
            <a:r>
              <a:rPr lang="es-MX" sz="1400" dirty="0" err="1">
                <a:solidFill>
                  <a:schemeClr val="bg1"/>
                </a:solidFill>
              </a:rPr>
              <a:t>Tailwind</a:t>
            </a:r>
            <a:r>
              <a:rPr lang="es-MX" sz="1400" dirty="0">
                <a:solidFill>
                  <a:schemeClr val="bg1"/>
                </a:solidFill>
              </a:rPr>
              <a:t> CSS, un </a:t>
            </a:r>
            <a:r>
              <a:rPr lang="es-MX" sz="1400" dirty="0" err="1">
                <a:solidFill>
                  <a:schemeClr val="bg1"/>
                </a:solidFill>
              </a:rPr>
              <a:t>backend</a:t>
            </a:r>
            <a:r>
              <a:rPr lang="es-MX" sz="1400" dirty="0">
                <a:solidFill>
                  <a:schemeClr val="bg1"/>
                </a:solidFill>
              </a:rPr>
              <a:t> asíncrono con </a:t>
            </a:r>
            <a:r>
              <a:rPr lang="es-MX" sz="1400" dirty="0" err="1">
                <a:solidFill>
                  <a:schemeClr val="bg1"/>
                </a:solidFill>
              </a:rPr>
              <a:t>FastAPI</a:t>
            </a:r>
            <a:r>
              <a:rPr lang="es-MX" sz="1400" dirty="0">
                <a:solidFill>
                  <a:schemeClr val="bg1"/>
                </a:solidFill>
              </a:rPr>
              <a:t> en Python y persistencia relacional en PostgreSQL mediante </a:t>
            </a:r>
            <a:r>
              <a:rPr lang="es-MX" sz="1400" dirty="0" err="1">
                <a:solidFill>
                  <a:schemeClr val="bg1"/>
                </a:solidFill>
              </a:rPr>
              <a:t>SQLAlchemy</a:t>
            </a:r>
            <a:r>
              <a:rPr lang="es-MX" sz="1400" dirty="0">
                <a:solidFill>
                  <a:schemeClr val="bg1"/>
                </a:solidFill>
              </a:rPr>
              <a:t> ORM. La plataforma comercializa productos organizados estrictamente en las categorías de Aseo, Carnes y Vegetales, operando con control de acceso por roles para Clientes y Administrador. 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5770880" y="3967539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Funcionalidad principal</a:t>
            </a:r>
            <a:endParaRPr lang="en-US" sz="1850" dirty="0"/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5DEB8B1C-70EB-2DE3-153A-B295DBEBEC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6227" y="4763762"/>
            <a:ext cx="6336891" cy="1431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Gestión de catálogo: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Carrito atómico: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Facturación con IVA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Control de stock en tiempo real: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s-EC" altLang="es-EC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Google Sans Text"/>
              </a:rPr>
              <a:t>Descarga directa en PDF:</a:t>
            </a:r>
            <a:endParaRPr kumimoji="0" lang="es-EC" altLang="es-EC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72375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Usuarios, roles y módulos auditados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94967"/>
            <a:ext cx="1004962" cy="1256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2670" y="2594967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Cliente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902670" y="3003649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Navega catálogo con filtros, agrega al carrito, elige pago (Efectivo/Transferencia) y consulta historial de compras.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94967"/>
            <a:ext cx="1004962" cy="125620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04330" y="2594967"/>
            <a:ext cx="222423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Administrador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604330" y="3003649"/>
            <a:ext cx="2224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Gestiona inventarios, crea productos con validación semántica, configura IVA y supervisa métricas en tiempo real.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94967"/>
            <a:ext cx="1004962" cy="125620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305990" y="2594967"/>
            <a:ext cx="222423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Módulos auditados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9305990" y="3298924"/>
            <a:ext cx="222423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Autenticación JWT, catálogo limitado a 3 categorías (Aseo, Carnes, Vegetales), facturación electrónica y validaciones de datos.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10833"/>
            <a:ext cx="6296860" cy="14174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Características ISO 25010 evaluadas — Funcionalidad y Rendimiento</a:t>
            </a:r>
            <a:endParaRPr lang="en-US" sz="29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383830"/>
            <a:ext cx="3053877" cy="379124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074959" y="2525613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45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875881" y="3139777"/>
            <a:ext cx="262506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1. Adecuación Funcional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75881" y="3843734"/>
            <a:ext cx="2625064" cy="21169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Completitud: 100% de requisitos implementados según rúbrica. Corrección: cálculos precisos de subtotales, IVA y totales; validación semántica de categorías.</a:t>
            </a:r>
            <a:endParaRPr lang="en-US" sz="14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11563" y="2021840"/>
            <a:ext cx="3053976" cy="469810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31247" y="2254021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kern="100" spc="-45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118665" y="2663575"/>
            <a:ext cx="2625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2. Eficiencia</a:t>
            </a:r>
            <a:endParaRPr lang="en-US" sz="1850" dirty="0"/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06E00596-42EC-5395-5F5E-1A07B485A2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1551" y="3072792"/>
            <a:ext cx="2794000" cy="36471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C" altLang="es-EC" dirty="0">
                <a:solidFill>
                  <a:schemeClr val="bg1"/>
                </a:solidFill>
              </a:rPr>
              <a:t>Respuesta instantánea: Buscar productos o cargar el catálogo toma menos de 30 milisegundos.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C" altLang="es-EC" dirty="0">
                <a:solidFill>
                  <a:schemeClr val="bg1"/>
                </a:solidFill>
              </a:rPr>
              <a:t>Compras inmediatas: Procesar la factura y descontar el inventario toma menos de 50 milisegundos.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EC" altLang="es-EC" dirty="0">
                <a:solidFill>
                  <a:schemeClr val="bg1"/>
                </a:solidFill>
              </a:rPr>
              <a:t>Bajo consumo de memoria: El servidor consume únicamente alrededor de 42 MB de memoria RAM en reposo.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76703"/>
            <a:ext cx="10868745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Características ISO 25010 evaluadas — Usabilidad, Seguridad y Compatibilidad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89845"/>
            <a:ext cx="4070744" cy="2306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99726" y="3121819"/>
            <a:ext cx="6336745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Compatibilidad: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JSON (RFC 8259) para intercambio; PostgreSQL en puerto 5432; interoperabilidad estándar.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Usabilidad: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Interfaz con Tailwind CSS, diseño responsivo, filtrado reactivo sin recarga y mensajes de validación claros.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Seguridad: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Contraseñas con Bcrypt; JWT HS256; autorización Bearer; políticas que exigen claves exactamente de 6 dígitos numéricos.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7581"/>
            <a:ext cx="6296860" cy="12846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kern="100" spc="-8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Características ISO 25010 evaluadas — Fiabilidad, Mantenibilidad y Portabilidad</a:t>
            </a:r>
            <a:endParaRPr lang="en-US" sz="2650" dirty="0"/>
          </a:p>
        </p:txBody>
      </p:sp>
      <p:sp>
        <p:nvSpPr>
          <p:cNvPr id="4" name="Shape 1"/>
          <p:cNvSpPr/>
          <p:nvPr/>
        </p:nvSpPr>
        <p:spPr>
          <a:xfrm>
            <a:off x="661475" y="2038747"/>
            <a:ext cx="19050" cy="4297859"/>
          </a:xfrm>
          <a:prstGeom prst="roundRect">
            <a:avLst>
              <a:gd name="adj" fmla="val 49999"/>
            </a:avLst>
          </a:prstGeom>
          <a:solidFill>
            <a:srgbClr val="595959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5" name="Shape 2"/>
          <p:cNvSpPr/>
          <p:nvPr/>
        </p:nvSpPr>
        <p:spPr>
          <a:xfrm>
            <a:off x="680524" y="2038747"/>
            <a:ext cx="6296860" cy="1225649"/>
          </a:xfrm>
          <a:custGeom>
            <a:avLst/>
            <a:gdLst/>
            <a:ahLst/>
            <a:cxnLst/>
            <a:rect l="l" t="t" r="r" b="b"/>
            <a:pathLst>
              <a:path w="6296860" h="1225649">
                <a:moveTo>
                  <a:pt x="0" y="0"/>
                </a:moveTo>
                <a:lnTo>
                  <a:pt x="6275447" y="0"/>
                </a:lnTo>
                <a:arcTo wR="21412" hR="21413" stAng="16200000" swAng="5400000"/>
                <a:lnTo>
                  <a:pt x="6296860" y="1204236"/>
                </a:lnTo>
                <a:arcTo wR="21412" hR="21413" stAng="0" swAng="5400000"/>
                <a:lnTo>
                  <a:pt x="0" y="1225649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6" name="Text 3"/>
          <p:cNvSpPr/>
          <p:nvPr/>
        </p:nvSpPr>
        <p:spPr>
          <a:xfrm>
            <a:off x="851772" y="2209998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Fiabilidad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51772" y="2570659"/>
            <a:ext cx="595436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10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Transacciones ACID con rollback automático ante inconsistencias; eliminación física controlada con cascadas y sin bloqueos permanentes.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80524" y="3574852"/>
            <a:ext cx="6296860" cy="1225649"/>
          </a:xfrm>
          <a:custGeom>
            <a:avLst/>
            <a:gdLst/>
            <a:ahLst/>
            <a:cxnLst/>
            <a:rect l="l" t="t" r="r" b="b"/>
            <a:pathLst>
              <a:path w="6296860" h="1225649">
                <a:moveTo>
                  <a:pt x="0" y="0"/>
                </a:moveTo>
                <a:lnTo>
                  <a:pt x="6275447" y="0"/>
                </a:lnTo>
                <a:arcTo wR="21412" hR="21413" stAng="16200000" swAng="5400000"/>
                <a:lnTo>
                  <a:pt x="6296860" y="1204236"/>
                </a:lnTo>
                <a:arcTo wR="21412" hR="21413" stAng="0" swAng="5400000"/>
                <a:lnTo>
                  <a:pt x="0" y="1225649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9" name="Text 6"/>
          <p:cNvSpPr/>
          <p:nvPr/>
        </p:nvSpPr>
        <p:spPr>
          <a:xfrm>
            <a:off x="851772" y="3746103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Mantenibilidad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51772" y="4106763"/>
            <a:ext cx="595436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10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Modularidad por capas: models.py, schemas.py, routers/. Código documentado y pruebas unitarias enfocadas </a:t>
            </a:r>
            <a:r>
              <a:rPr lang="en-US" sz="1300" kern="100" spc="-13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300" kern="10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00" kern="100" spc="-13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rutas</a:t>
            </a:r>
            <a:r>
              <a:rPr lang="en-US" sz="1300" kern="10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0524" y="5110956"/>
            <a:ext cx="6296860" cy="1225649"/>
          </a:xfrm>
          <a:custGeom>
            <a:avLst/>
            <a:gdLst/>
            <a:ahLst/>
            <a:cxnLst/>
            <a:rect l="l" t="t" r="r" b="b"/>
            <a:pathLst>
              <a:path w="6296860" h="1225649">
                <a:moveTo>
                  <a:pt x="0" y="0"/>
                </a:moveTo>
                <a:lnTo>
                  <a:pt x="6275447" y="0"/>
                </a:lnTo>
                <a:arcTo wR="21412" hR="21413" stAng="16200000" swAng="5400000"/>
                <a:lnTo>
                  <a:pt x="6296860" y="1204236"/>
                </a:lnTo>
                <a:arcTo wR="21412" hR="21413" stAng="0" swAng="5400000"/>
                <a:lnTo>
                  <a:pt x="0" y="1225649"/>
                </a:lnTo>
                <a:lnTo>
                  <a:pt x="0" y="0"/>
                </a:lnTo>
                <a:close/>
              </a:path>
            </a:pathLst>
          </a:cu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2" name="Text 9"/>
          <p:cNvSpPr/>
          <p:nvPr/>
        </p:nvSpPr>
        <p:spPr>
          <a:xfrm>
            <a:off x="851772" y="5282208"/>
            <a:ext cx="5954365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Portabilidad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51772" y="5642868"/>
            <a:ext cx="5954365" cy="522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kern="100" spc="-13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Compatibilidad multiplataforma con Python 3.12; rutas relativas con os.path.join; entorno reproducible vía requirements.txt.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43575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kern="100" spc="-89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Metodología de evaluación y herramientas</a:t>
            </a:r>
            <a:endParaRPr lang="en-US" sz="2950" dirty="0"/>
          </a:p>
        </p:txBody>
      </p:sp>
      <p:sp>
        <p:nvSpPr>
          <p:cNvPr id="4" name="Text 1"/>
          <p:cNvSpPr/>
          <p:nvPr/>
        </p:nvSpPr>
        <p:spPr>
          <a:xfrm>
            <a:off x="5233360" y="215134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Tipos de pruebas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2617391"/>
            <a:ext cx="2917851" cy="34587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Caja Negra: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Pruebas funcionales desde UI, validación de flujos y mensajes.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Pruebas de Límites: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Inputs extremos (precios negativos, 0 unidades, longitudes de credenciales).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b="1" kern="100" spc="-15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Caja Blanca: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Revisión de routers, sesiones y uso de with_for_update en transacciones.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618719" y="2151342"/>
            <a:ext cx="291785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Herramientas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618719" y="2617391"/>
            <a:ext cx="2917851" cy="32224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FastAPI + Swagger UI (/docs) y Uvicorn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PostgreSQL + pgAdmin 4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Chromium DevTools para auditoría de red y rendimiento DOM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 de versiones: Git (Repositorio: JustinAlejito23/Proyecto_Calidad)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725"/>
            <a:ext cx="10868745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kern="100" spc="-71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Criterios de evaluación y calificación final</a:t>
            </a:r>
            <a:endParaRPr lang="en-US" sz="2350" dirty="0"/>
          </a:p>
        </p:txBody>
      </p:sp>
      <p:sp>
        <p:nvSpPr>
          <p:cNvPr id="20" name="Shape 15"/>
          <p:cNvSpPr/>
          <p:nvPr/>
        </p:nvSpPr>
        <p:spPr>
          <a:xfrm>
            <a:off x="661475" y="5803900"/>
            <a:ext cx="10868745" cy="519609"/>
          </a:xfrm>
          <a:prstGeom prst="roundRect">
            <a:avLst>
              <a:gd name="adj" fmla="val 4348"/>
            </a:avLst>
          </a:prstGeom>
          <a:solidFill>
            <a:srgbClr val="66800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085" y="5975648"/>
            <a:ext cx="188213" cy="1506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50909" y="5961459"/>
            <a:ext cx="10838286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kern="100" spc="-12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Recomendación: mantener pruebas automatizadas de regresión y reforzar auditorías periódicas de seguridad para preservar la conformidad.</a:t>
            </a:r>
            <a:endParaRPr lang="en-US" sz="1150" dirty="0"/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25C2AE7-994A-4749-8C22-855A250381E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2615"/>
          <a:stretch>
            <a:fillRect/>
          </a:stretch>
        </p:blipFill>
        <p:spPr>
          <a:xfrm>
            <a:off x="3597715" y="1201665"/>
            <a:ext cx="4693920" cy="42890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279415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Informe de Pruebas — MiniStore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3707705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Resumen ejecutivo de casos de prueba, resultados, análisis técnico y recomendaciones. Público: </a:t>
            </a:r>
            <a:r>
              <a:rPr lang="en-US" sz="1450" kern="100" spc="-15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equipo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de, desarrolladores y responsables de producto.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986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Agenda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2430859"/>
            <a:ext cx="2575357" cy="1686818"/>
          </a:xfrm>
          <a:prstGeom prst="roundRect">
            <a:avLst>
              <a:gd name="adj" fmla="val 16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4" name="Text 2"/>
          <p:cNvSpPr/>
          <p:nvPr/>
        </p:nvSpPr>
        <p:spPr>
          <a:xfrm>
            <a:off x="850482" y="2619871"/>
            <a:ext cx="21973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Prueba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50482" y="3028553"/>
            <a:ext cx="219734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Autenticación, Catálogo, Transacciones y Perfil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3425839" y="2430859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7" name="Text 5"/>
          <p:cNvSpPr/>
          <p:nvPr/>
        </p:nvSpPr>
        <p:spPr>
          <a:xfrm>
            <a:off x="3614846" y="2619871"/>
            <a:ext cx="2197442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Resultados &amp; Acceso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3614846" y="3323828"/>
            <a:ext cx="21974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Estado de tests y repositorio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190301" y="2430859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0" name="Text 8"/>
          <p:cNvSpPr/>
          <p:nvPr/>
        </p:nvSpPr>
        <p:spPr>
          <a:xfrm>
            <a:off x="6379308" y="2619871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Análisis Técnico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379308" y="3028553"/>
            <a:ext cx="2197442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Problemas resueltos y lecciones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954764" y="2430859"/>
            <a:ext cx="2575456" cy="1686818"/>
          </a:xfrm>
          <a:prstGeom prst="roundRect">
            <a:avLst>
              <a:gd name="adj" fmla="val 1681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3" name="Text 11"/>
          <p:cNvSpPr/>
          <p:nvPr/>
        </p:nvSpPr>
        <p:spPr>
          <a:xfrm>
            <a:off x="9143771" y="2619871"/>
            <a:ext cx="219744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Recomendaciones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9143771" y="3028553"/>
            <a:ext cx="2197442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Evolución y despliegue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4306689"/>
            <a:ext cx="10868745" cy="1089124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/>
        </p:spPr>
        <p:txBody>
          <a:bodyPr/>
          <a:lstStyle/>
          <a:p>
            <a:endParaRPr lang="es-EC"/>
          </a:p>
        </p:txBody>
      </p:sp>
      <p:sp>
        <p:nvSpPr>
          <p:cNvPr id="16" name="Text 14"/>
          <p:cNvSpPr/>
          <p:nvPr/>
        </p:nvSpPr>
        <p:spPr>
          <a:xfrm>
            <a:off x="850482" y="4495701"/>
            <a:ext cx="10490731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kern="100" spc="-56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Conclusiones</a:t>
            </a:r>
            <a:endParaRPr lang="en-US" sz="1850" dirty="0"/>
          </a:p>
        </p:txBody>
      </p:sp>
      <p:sp>
        <p:nvSpPr>
          <p:cNvPr id="17" name="Text 15"/>
          <p:cNvSpPr/>
          <p:nvPr/>
        </p:nvSpPr>
        <p:spPr>
          <a:xfrm>
            <a:off x="850482" y="4904383"/>
            <a:ext cx="10490731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Madurez y próximos pasos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3293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Prueba — Autenticación y Seguridad (Resumen)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1870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 casos validados: registro, longitud de contraseña (6 dígitos exactos), inicio de sesión con JWT, actualización de clave y persistencia con hash Bcrypt. Todos los casos ejecutados y aprobados: la interfaz y API devuelven estados y códigos esperados.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5046"/>
            <a:ext cx="4637269" cy="262780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66251" y="1889584"/>
            <a:ext cx="577022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Prueba — Catálogo y Validación Semántica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766251" y="3814068"/>
            <a:ext cx="577022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clave: validación semántica (categoría vs nombre), validación numérica (precio/stock positivo), carga y previsualización de imágenes, filtros reactivos y eliminación física en PostgreSQL. Todos los TC relacionados están Aprobados y documentados.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54510"/>
            <a:ext cx="5203794" cy="294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32776" y="1738375"/>
            <a:ext cx="520379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Prueba — Transacciones, Pagos y Facturación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32776" y="3662859"/>
            <a:ext cx="5203794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Verificados: control de stock al añadir al carro, flujo de transferencia con comprobante, facturación atómica con IVA 15%, modificación y descarga de factura en PDF (jsPDF). Todos los TC muestran comportamiento esperado y ajuste de stock consistente.</a:t>
            </a:r>
            <a:endParaRPr lang="en-US" sz="14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984140"/>
            <a:ext cx="6296860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Casos de Prueba — Perfil, Historial y Reportes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4003080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Pruebas aprobadas incluyen detalle de perfil con listado de compras, reemisión de facturas desde historial, panel de reportes  y  pagos, y control global del IVA desde configuración.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5558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00" kern="100" spc="-108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Acceso al Entorno y Repositorio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597720"/>
            <a:ext cx="10868745" cy="5768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Entorno local en: </a:t>
            </a:r>
            <a:r>
              <a:rPr lang="en-US" sz="1400" b="1" u="sng" kern="100" spc="-14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http://127.0.0.1:8000/</a:t>
            </a:r>
            <a:r>
              <a:rPr lang="en-US" sz="140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</a:t>
            </a:r>
          </a:p>
          <a:p>
            <a:pPr marL="0" indent="0" algn="l">
              <a:lnSpc>
                <a:spcPct val="131000"/>
              </a:lnSpc>
              <a:buNone/>
            </a:pPr>
            <a:r>
              <a:rPr lang="en-US" sz="140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Repositorio</a:t>
            </a:r>
            <a:r>
              <a:rPr lang="en-US" sz="140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principal en GitHub: </a:t>
            </a:r>
            <a:r>
              <a:rPr lang="en-US" sz="1400" b="1" u="sng" kern="100" spc="-14" dirty="0">
                <a:solidFill>
                  <a:srgbClr val="DCFF5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https://github.com/JustinAlejito23/Proyecto_Calidad</a:t>
            </a:r>
            <a:r>
              <a:rPr lang="en-US" sz="140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25" y="2492177"/>
            <a:ext cx="3520987" cy="3521075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35457" y="2492177"/>
            <a:ext cx="3521086" cy="3521174"/>
          </a:xfrm>
          <a:prstGeom prst="rect">
            <a:avLst/>
          </a:prstGeom>
        </p:spPr>
      </p:pic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2784" y="2492177"/>
            <a:ext cx="3521086" cy="35211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82913"/>
            <a:ext cx="6296860" cy="1633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kern="100" spc="-103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Análisis de Resultados — Problemas Técnicos Resueltos</a:t>
            </a:r>
            <a:endParaRPr lang="en-US" sz="3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525216"/>
            <a:ext cx="1991866" cy="368190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2834" y="2655888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100" spc="-4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854748" y="3222129"/>
            <a:ext cx="1605319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Renderizado PDF en blanco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854748" y="4134941"/>
            <a:ext cx="1605319" cy="1874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Sustitución de html2pdf.js por jsPDF + AutoTable; generación vectorial evitando canvases vacíos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modelos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.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13972" y="2525216"/>
            <a:ext cx="1991866" cy="368190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705331" y="2655888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100" spc="-4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3007245" y="3222129"/>
            <a:ext cx="1605319" cy="1088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Errores crudos [object Object]</a:t>
            </a:r>
            <a:endParaRPr lang="en-US" sz="1700" dirty="0"/>
          </a:p>
        </p:txBody>
      </p:sp>
      <p:sp>
        <p:nvSpPr>
          <p:cNvPr id="11" name="Text 6"/>
          <p:cNvSpPr/>
          <p:nvPr/>
        </p:nvSpPr>
        <p:spPr>
          <a:xfrm>
            <a:off x="3007245" y="4407098"/>
            <a:ext cx="1605319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Formateo de validaciones Pydantic en mensajes en español y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presentación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amigable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3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6469" y="2525216"/>
            <a:ext cx="1991866" cy="368190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7828" y="2655888"/>
            <a:ext cx="209049" cy="26134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100" spc="-41" dirty="0">
                <a:solidFill>
                  <a:srgbClr val="000000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5159742" y="3222129"/>
            <a:ext cx="1605319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kern="100" spc="-51" dirty="0">
                <a:solidFill>
                  <a:srgbClr val="E5E0D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Advertencias en consola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5159742" y="3862784"/>
            <a:ext cx="1605319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Rutas controladas y manejo de recursos estáticos para </a:t>
            </a:r>
            <a:r>
              <a:rPr lang="en-US" sz="1350" kern="100" spc="-14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eliminar</a:t>
            </a:r>
            <a:r>
              <a:rPr lang="en-US" sz="1350" kern="100" spc="-14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401.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0036"/>
            <a:ext cx="5203794" cy="177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Análisis de Resultados — Fortalezas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464520"/>
            <a:ext cx="5203794" cy="2012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Seguridad y RBAC: separación de roles sin brechas.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Contraseñas: formato numérico de 6 dígitos, validado y almacenado con Bcrypt.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Consistencia en concurrencia: bloqueo de filas en PostgreSQL evita race conditions.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Rendimiento: filtros y búsqueda reactiva sin recargas.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332776" y="1540036"/>
            <a:ext cx="5203794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Recomendaciones Técnicas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332776" y="2873871"/>
            <a:ext cx="5203794" cy="1946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Migrar uploads a S3 o Cloudinary para despliegues distribuidos.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Externalizar SECRET_KEY en .env o gestor de secretos antes de producción.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Implementar paginación (skip, limit) al superar 200 referencias en catálogo.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788083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kern="100" spc="-112" dirty="0">
                <a:solidFill>
                  <a:srgbClr val="FFFFFF"/>
                </a:solidFill>
                <a:latin typeface="Roboto Mono Medium" pitchFamily="34" charset="0"/>
                <a:ea typeface="Roboto Mono Medium" pitchFamily="34" charset="-122"/>
                <a:cs typeface="Roboto Mono Medium" pitchFamily="34" charset="-120"/>
              </a:rPr>
              <a:t>Conclusión y Cierre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625725"/>
            <a:ext cx="629686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Resultados: 100% de requerimientos funcionales validados; plataforma madura bajo ISO/IEC 25010. Próximos pasos: migración de assets a la nube, endurecimiento de secretos y escalado del catálogo. Agradecimientos al cuerpo </a:t>
            </a:r>
            <a:r>
              <a:rPr lang="en-US" sz="1450" kern="100" spc="-15" dirty="0" err="1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docente</a:t>
            </a:r>
            <a:r>
              <a:rPr lang="en-US" sz="1450" kern="100" spc="-15" dirty="0">
                <a:solidFill>
                  <a:srgbClr val="E5E0D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y tribunal. Espacio para preguntas y demostración en vivo.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4048026"/>
            <a:ext cx="6296860" cy="1058366"/>
          </a:xfrm>
          <a:prstGeom prst="roundRect">
            <a:avLst>
              <a:gd name="adj" fmla="val 2679"/>
            </a:avLst>
          </a:prstGeom>
          <a:solidFill>
            <a:srgbClr val="668000"/>
          </a:solidFill>
          <a:ln/>
        </p:spPr>
        <p:txBody>
          <a:bodyPr/>
          <a:lstStyle/>
          <a:p>
            <a:endParaRPr lang="es-EC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482" y="4315718"/>
            <a:ext cx="236234" cy="1890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75723" y="4284266"/>
            <a:ext cx="54936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kern="100" spc="-1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desean, arrancamos una demo en vivo desde: http://127.0.0.1:8000/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1264</Words>
  <Application>Microsoft Office PowerPoint</Application>
  <PresentationFormat>Panorámica</PresentationFormat>
  <Paragraphs>133</Paragraphs>
  <Slides>20</Slides>
  <Notes>19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6" baseType="lpstr">
      <vt:lpstr>Google Sans Text</vt:lpstr>
      <vt:lpstr>Roboto</vt:lpstr>
      <vt:lpstr>Roboto Bold</vt:lpstr>
      <vt:lpstr>Roboto Mono Medium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justin alejandro</cp:lastModifiedBy>
  <cp:revision>1</cp:revision>
  <dcterms:created xsi:type="dcterms:W3CDTF">2026-10-12T20:40:56Z</dcterms:created>
  <dcterms:modified xsi:type="dcterms:W3CDTF">2026-10-14T14:24:32Z</dcterms:modified>
</cp:coreProperties>
</file>